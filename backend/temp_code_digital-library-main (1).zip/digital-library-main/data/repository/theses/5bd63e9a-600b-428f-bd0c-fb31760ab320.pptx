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70" r:id="rId12"/>
    <p:sldId id="271" r:id="rId13"/>
    <p:sldId id="272" r:id="rId14"/>
    <p:sldId id="266" r:id="rId15"/>
    <p:sldId id="273" r:id="rId16"/>
    <p:sldId id="274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BC260-8EF9-4085-89A4-EDF18CFD4EDC}" v="10" dt="2025-09-25T05:59:20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alakshmi thota" userId="a291fc8a2c2dbbf2" providerId="LiveId" clId="{700A928A-E0E0-4E02-89D0-86572CB2F0DD}"/>
    <pc:docChg chg="undo custSel addSld modSld">
      <pc:chgData name="varalakshmi thota" userId="a291fc8a2c2dbbf2" providerId="LiveId" clId="{700A928A-E0E0-4E02-89D0-86572CB2F0DD}" dt="2024-11-08T20:46:29.442" v="1893" actId="255"/>
      <pc:docMkLst>
        <pc:docMk/>
      </pc:docMkLst>
      <pc:sldChg chg="addSp delSp modSp mod modClrScheme chgLayout">
        <pc:chgData name="varalakshmi thota" userId="a291fc8a2c2dbbf2" providerId="LiveId" clId="{700A928A-E0E0-4E02-89D0-86572CB2F0DD}" dt="2024-11-08T17:48:50.247" v="529" actId="1076"/>
        <pc:sldMkLst>
          <pc:docMk/>
          <pc:sldMk cId="3985173353" sldId="256"/>
        </pc:sldMkLst>
      </pc:sldChg>
      <pc:sldChg chg="addSp delSp modSp new mod">
        <pc:chgData name="varalakshmi thota" userId="a291fc8a2c2dbbf2" providerId="LiveId" clId="{700A928A-E0E0-4E02-89D0-86572CB2F0DD}" dt="2024-11-08T17:47:34.875" v="523" actId="20577"/>
        <pc:sldMkLst>
          <pc:docMk/>
          <pc:sldMk cId="3860066304" sldId="257"/>
        </pc:sldMkLst>
      </pc:sldChg>
      <pc:sldChg chg="addSp delSp modSp new mod">
        <pc:chgData name="varalakshmi thota" userId="a291fc8a2c2dbbf2" providerId="LiveId" clId="{700A928A-E0E0-4E02-89D0-86572CB2F0DD}" dt="2024-11-08T17:56:24.552" v="537" actId="1076"/>
        <pc:sldMkLst>
          <pc:docMk/>
          <pc:sldMk cId="1118625017" sldId="258"/>
        </pc:sldMkLst>
      </pc:sldChg>
      <pc:sldChg chg="addSp modSp new mod">
        <pc:chgData name="varalakshmi thota" userId="a291fc8a2c2dbbf2" providerId="LiveId" clId="{700A928A-E0E0-4E02-89D0-86572CB2F0DD}" dt="2024-11-08T18:05:27.669" v="567" actId="1076"/>
        <pc:sldMkLst>
          <pc:docMk/>
          <pc:sldMk cId="3450792715" sldId="259"/>
        </pc:sldMkLst>
      </pc:sldChg>
      <pc:sldChg chg="addSp modSp new mod">
        <pc:chgData name="varalakshmi thota" userId="a291fc8a2c2dbbf2" providerId="LiveId" clId="{700A928A-E0E0-4E02-89D0-86572CB2F0DD}" dt="2024-11-08T18:17:45.244" v="617" actId="115"/>
        <pc:sldMkLst>
          <pc:docMk/>
          <pc:sldMk cId="577009168" sldId="260"/>
        </pc:sldMkLst>
      </pc:sldChg>
      <pc:sldChg chg="addSp modSp new mod">
        <pc:chgData name="varalakshmi thota" userId="a291fc8a2c2dbbf2" providerId="LiveId" clId="{700A928A-E0E0-4E02-89D0-86572CB2F0DD}" dt="2024-11-08T19:16:47.490" v="1061" actId="2711"/>
        <pc:sldMkLst>
          <pc:docMk/>
          <pc:sldMk cId="2114267612" sldId="261"/>
        </pc:sldMkLst>
      </pc:sldChg>
      <pc:sldChg chg="addSp modSp new mod">
        <pc:chgData name="varalakshmi thota" userId="a291fc8a2c2dbbf2" providerId="LiveId" clId="{700A928A-E0E0-4E02-89D0-86572CB2F0DD}" dt="2024-11-08T18:25:18.783" v="723" actId="1076"/>
        <pc:sldMkLst>
          <pc:docMk/>
          <pc:sldMk cId="1767064869" sldId="262"/>
        </pc:sldMkLst>
      </pc:sldChg>
      <pc:sldChg chg="addSp modSp new mod">
        <pc:chgData name="varalakshmi thota" userId="a291fc8a2c2dbbf2" providerId="LiveId" clId="{700A928A-E0E0-4E02-89D0-86572CB2F0DD}" dt="2024-11-08T19:32:40.946" v="1484" actId="1076"/>
        <pc:sldMkLst>
          <pc:docMk/>
          <pc:sldMk cId="1551527541" sldId="263"/>
        </pc:sldMkLst>
      </pc:sldChg>
      <pc:sldChg chg="addSp delSp modSp new mod">
        <pc:chgData name="varalakshmi thota" userId="a291fc8a2c2dbbf2" providerId="LiveId" clId="{700A928A-E0E0-4E02-89D0-86572CB2F0DD}" dt="2024-11-08T19:55:34.170" v="1652" actId="14100"/>
        <pc:sldMkLst>
          <pc:docMk/>
          <pc:sldMk cId="1214039468" sldId="264"/>
        </pc:sldMkLst>
      </pc:sldChg>
      <pc:sldChg chg="addSp delSp modSp new mod">
        <pc:chgData name="varalakshmi thota" userId="a291fc8a2c2dbbf2" providerId="LiveId" clId="{700A928A-E0E0-4E02-89D0-86572CB2F0DD}" dt="2024-11-08T19:53:06.363" v="1639" actId="20577"/>
        <pc:sldMkLst>
          <pc:docMk/>
          <pc:sldMk cId="3683558798" sldId="265"/>
        </pc:sldMkLst>
      </pc:sldChg>
      <pc:sldChg chg="addSp modSp new mod">
        <pc:chgData name="varalakshmi thota" userId="a291fc8a2c2dbbf2" providerId="LiveId" clId="{700A928A-E0E0-4E02-89D0-86572CB2F0DD}" dt="2024-11-08T20:17:45.761" v="1790" actId="255"/>
        <pc:sldMkLst>
          <pc:docMk/>
          <pc:sldMk cId="1583262749" sldId="266"/>
        </pc:sldMkLst>
      </pc:sldChg>
      <pc:sldChg chg="addSp modSp new mod">
        <pc:chgData name="varalakshmi thota" userId="a291fc8a2c2dbbf2" providerId="LiveId" clId="{700A928A-E0E0-4E02-89D0-86572CB2F0DD}" dt="2024-11-08T20:29:35" v="1806" actId="1076"/>
        <pc:sldMkLst>
          <pc:docMk/>
          <pc:sldMk cId="192918113" sldId="267"/>
        </pc:sldMkLst>
      </pc:sldChg>
      <pc:sldChg chg="addSp delSp modSp new mod">
        <pc:chgData name="varalakshmi thota" userId="a291fc8a2c2dbbf2" providerId="LiveId" clId="{700A928A-E0E0-4E02-89D0-86572CB2F0DD}" dt="2024-11-08T20:39:45.112" v="1836" actId="207"/>
        <pc:sldMkLst>
          <pc:docMk/>
          <pc:sldMk cId="2171902485" sldId="268"/>
        </pc:sldMkLst>
      </pc:sldChg>
      <pc:sldChg chg="addSp modSp new mod">
        <pc:chgData name="varalakshmi thota" userId="a291fc8a2c2dbbf2" providerId="LiveId" clId="{700A928A-E0E0-4E02-89D0-86572CB2F0DD}" dt="2024-11-08T20:46:29.442" v="1893" actId="255"/>
        <pc:sldMkLst>
          <pc:docMk/>
          <pc:sldMk cId="669123685" sldId="269"/>
        </pc:sldMkLst>
      </pc:sldChg>
    </pc:docChg>
  </pc:docChgLst>
  <pc:docChgLst>
    <pc:chgData name="Venkat Thota" userId="a291fc8a2c2dbbf2" providerId="LiveId" clId="{393C4AB0-9B76-4B71-96BB-F2988C667DA6}"/>
    <pc:docChg chg="custSel addSld modSld">
      <pc:chgData name="Venkat Thota" userId="a291fc8a2c2dbbf2" providerId="LiveId" clId="{393C4AB0-9B76-4B71-96BB-F2988C667DA6}" dt="2025-09-25T09:29:34.409" v="481" actId="20577"/>
      <pc:docMkLst>
        <pc:docMk/>
      </pc:docMkLst>
      <pc:sldChg chg="modSp mod">
        <pc:chgData name="Venkat Thota" userId="a291fc8a2c2dbbf2" providerId="LiveId" clId="{393C4AB0-9B76-4B71-96BB-F2988C667DA6}" dt="2025-09-08T06:24:16.503" v="45" actId="20577"/>
        <pc:sldMkLst>
          <pc:docMk/>
          <pc:sldMk cId="3985173353" sldId="256"/>
        </pc:sldMkLst>
        <pc:spChg chg="mod">
          <ac:chgData name="Venkat Thota" userId="a291fc8a2c2dbbf2" providerId="LiveId" clId="{393C4AB0-9B76-4B71-96BB-F2988C667DA6}" dt="2025-09-08T06:24:16.503" v="45" actId="20577"/>
          <ac:spMkLst>
            <pc:docMk/>
            <pc:sldMk cId="3985173353" sldId="256"/>
            <ac:spMk id="16" creationId="{AE52C90B-D3A8-0649-2A03-F5466790F695}"/>
          </ac:spMkLst>
        </pc:spChg>
      </pc:sldChg>
      <pc:sldChg chg="modSp mod">
        <pc:chgData name="Venkat Thota" userId="a291fc8a2c2dbbf2" providerId="LiveId" clId="{393C4AB0-9B76-4B71-96BB-F2988C667DA6}" dt="2025-09-25T09:14:27.781" v="401" actId="20577"/>
        <pc:sldMkLst>
          <pc:docMk/>
          <pc:sldMk cId="1118625017" sldId="258"/>
        </pc:sldMkLst>
        <pc:spChg chg="mod">
          <ac:chgData name="Venkat Thota" userId="a291fc8a2c2dbbf2" providerId="LiveId" clId="{393C4AB0-9B76-4B71-96BB-F2988C667DA6}" dt="2025-09-25T09:14:27.781" v="401" actId="20577"/>
          <ac:spMkLst>
            <pc:docMk/>
            <pc:sldMk cId="1118625017" sldId="258"/>
            <ac:spMk id="3" creationId="{9382FF1C-0D2C-4503-573A-CFF7B3C2D4C8}"/>
          </ac:spMkLst>
        </pc:spChg>
      </pc:sldChg>
      <pc:sldChg chg="addSp modSp mod">
        <pc:chgData name="Venkat Thota" userId="a291fc8a2c2dbbf2" providerId="LiveId" clId="{393C4AB0-9B76-4B71-96BB-F2988C667DA6}" dt="2025-09-25T09:29:34.409" v="481" actId="20577"/>
        <pc:sldMkLst>
          <pc:docMk/>
          <pc:sldMk cId="3683558798" sldId="265"/>
        </pc:sldMkLst>
        <pc:spChg chg="add">
          <ac:chgData name="Venkat Thota" userId="a291fc8a2c2dbbf2" providerId="LiveId" clId="{393C4AB0-9B76-4B71-96BB-F2988C667DA6}" dt="2025-09-25T05:58:32.840" v="121"/>
          <ac:spMkLst>
            <pc:docMk/>
            <pc:sldMk cId="3683558798" sldId="265"/>
            <ac:spMk id="3" creationId="{CA30FF54-8C5C-0E21-16A8-527CC7EA5422}"/>
          </ac:spMkLst>
        </pc:spChg>
        <pc:spChg chg="mod">
          <ac:chgData name="Venkat Thota" userId="a291fc8a2c2dbbf2" providerId="LiveId" clId="{393C4AB0-9B76-4B71-96BB-F2988C667DA6}" dt="2025-09-25T09:29:34.409" v="481" actId="20577"/>
          <ac:spMkLst>
            <pc:docMk/>
            <pc:sldMk cId="3683558798" sldId="265"/>
            <ac:spMk id="7" creationId="{285F34AA-2F0E-682D-4CED-6D78DD11F321}"/>
          </ac:spMkLst>
        </pc:spChg>
      </pc:sldChg>
      <pc:sldChg chg="addSp delSp modSp mod">
        <pc:chgData name="Venkat Thota" userId="a291fc8a2c2dbbf2" providerId="LiveId" clId="{393C4AB0-9B76-4B71-96BB-F2988C667DA6}" dt="2025-09-25T05:16:46.035" v="119" actId="14100"/>
        <pc:sldMkLst>
          <pc:docMk/>
          <pc:sldMk cId="2885915428" sldId="273"/>
        </pc:sldMkLst>
        <pc:spChg chg="mod">
          <ac:chgData name="Venkat Thota" userId="a291fc8a2c2dbbf2" providerId="LiveId" clId="{393C4AB0-9B76-4B71-96BB-F2988C667DA6}" dt="2025-09-25T05:16:14.642" v="113" actId="27636"/>
          <ac:spMkLst>
            <pc:docMk/>
            <pc:sldMk cId="2885915428" sldId="273"/>
            <ac:spMk id="2" creationId="{A283C8FD-0BD7-00B4-314C-88993EDBCEC2}"/>
          </ac:spMkLst>
        </pc:spChg>
        <pc:spChg chg="add del mod">
          <ac:chgData name="Venkat Thota" userId="a291fc8a2c2dbbf2" providerId="LiveId" clId="{393C4AB0-9B76-4B71-96BB-F2988C667DA6}" dt="2025-09-25T05:10:47.784" v="57"/>
          <ac:spMkLst>
            <pc:docMk/>
            <pc:sldMk cId="2885915428" sldId="273"/>
            <ac:spMk id="3" creationId="{7FF9653E-8E40-F45F-9E7A-18E3B728AF34}"/>
          </ac:spMkLst>
        </pc:spChg>
        <pc:spChg chg="add del mod">
          <ac:chgData name="Venkat Thota" userId="a291fc8a2c2dbbf2" providerId="LiveId" clId="{393C4AB0-9B76-4B71-96BB-F2988C667DA6}" dt="2025-09-25T05:11:59.878" v="71"/>
          <ac:spMkLst>
            <pc:docMk/>
            <pc:sldMk cId="2885915428" sldId="273"/>
            <ac:spMk id="6" creationId="{648B5EF6-45C1-4C35-931F-451E416E71BA}"/>
          </ac:spMkLst>
        </pc:spChg>
        <pc:picChg chg="add mod">
          <ac:chgData name="Venkat Thota" userId="a291fc8a2c2dbbf2" providerId="LiveId" clId="{393C4AB0-9B76-4B71-96BB-F2988C667DA6}" dt="2025-09-25T05:16:46.035" v="119" actId="14100"/>
          <ac:picMkLst>
            <pc:docMk/>
            <pc:sldMk cId="2885915428" sldId="273"/>
            <ac:picMk id="5" creationId="{0BAEB31E-4BF5-2D7F-0BB3-BBAB7ECED64E}"/>
          </ac:picMkLst>
        </pc:picChg>
        <pc:picChg chg="del">
          <ac:chgData name="Venkat Thota" userId="a291fc8a2c2dbbf2" providerId="LiveId" clId="{393C4AB0-9B76-4B71-96BB-F2988C667DA6}" dt="2025-09-25T05:09:52.502" v="46" actId="21"/>
          <ac:picMkLst>
            <pc:docMk/>
            <pc:sldMk cId="2885915428" sldId="273"/>
            <ac:picMk id="8" creationId="{5A9E05D8-2C52-3CA2-3AFB-E7CC42ED1CB7}"/>
          </ac:picMkLst>
        </pc:picChg>
        <pc:picChg chg="add mod">
          <ac:chgData name="Venkat Thota" userId="a291fc8a2c2dbbf2" providerId="LiveId" clId="{393C4AB0-9B76-4B71-96BB-F2988C667DA6}" dt="2025-09-25T05:16:39.911" v="117" actId="1076"/>
          <ac:picMkLst>
            <pc:docMk/>
            <pc:sldMk cId="2885915428" sldId="273"/>
            <ac:picMk id="9" creationId="{F83C13DA-1D8D-4100-916C-B5A90741AB81}"/>
          </ac:picMkLst>
        </pc:picChg>
        <pc:picChg chg="del">
          <ac:chgData name="Venkat Thota" userId="a291fc8a2c2dbbf2" providerId="LiveId" clId="{393C4AB0-9B76-4B71-96BB-F2988C667DA6}" dt="2025-09-25T05:09:54.952" v="47" actId="21"/>
          <ac:picMkLst>
            <pc:docMk/>
            <pc:sldMk cId="2885915428" sldId="273"/>
            <ac:picMk id="11" creationId="{22C8C200-6724-BD09-9FC9-DD25594017FA}"/>
          </ac:picMkLst>
        </pc:picChg>
        <pc:picChg chg="del">
          <ac:chgData name="Venkat Thota" userId="a291fc8a2c2dbbf2" providerId="LiveId" clId="{393C4AB0-9B76-4B71-96BB-F2988C667DA6}" dt="2025-09-25T05:09:58.763" v="48" actId="21"/>
          <ac:picMkLst>
            <pc:docMk/>
            <pc:sldMk cId="2885915428" sldId="273"/>
            <ac:picMk id="14" creationId="{3EDEC887-61A4-AD4B-7366-5DE38C8AB08E}"/>
          </ac:picMkLst>
        </pc:picChg>
        <pc:picChg chg="del">
          <ac:chgData name="Venkat Thota" userId="a291fc8a2c2dbbf2" providerId="LiveId" clId="{393C4AB0-9B76-4B71-96BB-F2988C667DA6}" dt="2025-09-25T05:10:01.258" v="49" actId="21"/>
          <ac:picMkLst>
            <pc:docMk/>
            <pc:sldMk cId="2885915428" sldId="273"/>
            <ac:picMk id="17" creationId="{6FB8CB60-6B59-2526-BF27-1EC50A376C43}"/>
          </ac:picMkLst>
        </pc:picChg>
      </pc:sldChg>
      <pc:sldChg chg="addSp modSp new mod">
        <pc:chgData name="Venkat Thota" userId="a291fc8a2c2dbbf2" providerId="LiveId" clId="{393C4AB0-9B76-4B71-96BB-F2988C667DA6}" dt="2025-09-25T05:16:04.592" v="111" actId="27636"/>
        <pc:sldMkLst>
          <pc:docMk/>
          <pc:sldMk cId="2100837633" sldId="274"/>
        </pc:sldMkLst>
        <pc:spChg chg="mod">
          <ac:chgData name="Venkat Thota" userId="a291fc8a2c2dbbf2" providerId="LiveId" clId="{393C4AB0-9B76-4B71-96BB-F2988C667DA6}" dt="2025-09-25T05:16:04.592" v="111" actId="27636"/>
          <ac:spMkLst>
            <pc:docMk/>
            <pc:sldMk cId="2100837633" sldId="274"/>
            <ac:spMk id="2" creationId="{39DA296E-026A-02DA-F61E-B2C100269B22}"/>
          </ac:spMkLst>
        </pc:spChg>
        <pc:picChg chg="add mod">
          <ac:chgData name="Venkat Thota" userId="a291fc8a2c2dbbf2" providerId="LiveId" clId="{393C4AB0-9B76-4B71-96BB-F2988C667DA6}" dt="2025-09-25T05:15:53.311" v="107" actId="1076"/>
          <ac:picMkLst>
            <pc:docMk/>
            <pc:sldMk cId="2100837633" sldId="274"/>
            <ac:picMk id="4" creationId="{D5A16029-23F2-9003-C34D-95631E1FBF3B}"/>
          </ac:picMkLst>
        </pc:picChg>
      </pc:sldChg>
    </pc:docChg>
  </pc:docChgLst>
  <pc:docChgLst>
    <pc:chgData name="Venkat Thota" userId="a291fc8a2c2dbbf2" providerId="LiveId" clId="{FBE94957-CD4A-41A5-BCD6-2D9FB81161C5}"/>
    <pc:docChg chg="undo custSel addSld delSld modSld">
      <pc:chgData name="Venkat Thota" userId="a291fc8a2c2dbbf2" providerId="LiveId" clId="{FBE94957-CD4A-41A5-BCD6-2D9FB81161C5}" dt="2025-07-31T03:50:12.673" v="2802" actId="1076"/>
      <pc:docMkLst>
        <pc:docMk/>
      </pc:docMkLst>
      <pc:sldChg chg="modSp mod">
        <pc:chgData name="Venkat Thota" userId="a291fc8a2c2dbbf2" providerId="LiveId" clId="{FBE94957-CD4A-41A5-BCD6-2D9FB81161C5}" dt="2025-07-27T19:38:44.377" v="2745" actId="20577"/>
        <pc:sldMkLst>
          <pc:docMk/>
          <pc:sldMk cId="3985173353" sldId="256"/>
        </pc:sldMkLst>
      </pc:sldChg>
      <pc:sldChg chg="modSp mod">
        <pc:chgData name="Venkat Thota" userId="a291fc8a2c2dbbf2" providerId="LiveId" clId="{FBE94957-CD4A-41A5-BCD6-2D9FB81161C5}" dt="2025-07-27T14:06:15.250" v="419" actId="255"/>
        <pc:sldMkLst>
          <pc:docMk/>
          <pc:sldMk cId="3860066304" sldId="257"/>
        </pc:sldMkLst>
      </pc:sldChg>
      <pc:sldChg chg="modSp mod">
        <pc:chgData name="Venkat Thota" userId="a291fc8a2c2dbbf2" providerId="LiveId" clId="{FBE94957-CD4A-41A5-BCD6-2D9FB81161C5}" dt="2025-07-27T14:09:45.024" v="423" actId="20577"/>
        <pc:sldMkLst>
          <pc:docMk/>
          <pc:sldMk cId="1118625017" sldId="258"/>
        </pc:sldMkLst>
      </pc:sldChg>
      <pc:sldChg chg="modSp mod">
        <pc:chgData name="Venkat Thota" userId="a291fc8a2c2dbbf2" providerId="LiveId" clId="{FBE94957-CD4A-41A5-BCD6-2D9FB81161C5}" dt="2025-07-27T17:14:56.832" v="831" actId="14100"/>
        <pc:sldMkLst>
          <pc:docMk/>
          <pc:sldMk cId="3450792715" sldId="259"/>
        </pc:sldMkLst>
      </pc:sldChg>
      <pc:sldChg chg="addSp modSp mod">
        <pc:chgData name="Venkat Thota" userId="a291fc8a2c2dbbf2" providerId="LiveId" clId="{FBE94957-CD4A-41A5-BCD6-2D9FB81161C5}" dt="2025-07-27T14:35:33.670" v="538" actId="115"/>
        <pc:sldMkLst>
          <pc:docMk/>
          <pc:sldMk cId="577009168" sldId="260"/>
        </pc:sldMkLst>
      </pc:sldChg>
      <pc:sldChg chg="modSp mod">
        <pc:chgData name="Venkat Thota" userId="a291fc8a2c2dbbf2" providerId="LiveId" clId="{FBE94957-CD4A-41A5-BCD6-2D9FB81161C5}" dt="2025-07-27T17:28:20.074" v="854" actId="14100"/>
        <pc:sldMkLst>
          <pc:docMk/>
          <pc:sldMk cId="2114267612" sldId="261"/>
        </pc:sldMkLst>
      </pc:sldChg>
      <pc:sldChg chg="addSp delSp modSp mod">
        <pc:chgData name="Venkat Thota" userId="a291fc8a2c2dbbf2" providerId="LiveId" clId="{FBE94957-CD4A-41A5-BCD6-2D9FB81161C5}" dt="2025-07-27T16:29:41.988" v="817" actId="20577"/>
        <pc:sldMkLst>
          <pc:docMk/>
          <pc:sldMk cId="1767064869" sldId="262"/>
        </pc:sldMkLst>
      </pc:sldChg>
      <pc:sldChg chg="modSp mod">
        <pc:chgData name="Venkat Thota" userId="a291fc8a2c2dbbf2" providerId="LiveId" clId="{FBE94957-CD4A-41A5-BCD6-2D9FB81161C5}" dt="2025-07-27T17:56:49.199" v="1148" actId="20577"/>
        <pc:sldMkLst>
          <pc:docMk/>
          <pc:sldMk cId="1551527541" sldId="263"/>
        </pc:sldMkLst>
      </pc:sldChg>
      <pc:sldChg chg="modSp mod">
        <pc:chgData name="Venkat Thota" userId="a291fc8a2c2dbbf2" providerId="LiveId" clId="{FBE94957-CD4A-41A5-BCD6-2D9FB81161C5}" dt="2025-07-27T18:37:39.316" v="2358" actId="2711"/>
        <pc:sldMkLst>
          <pc:docMk/>
          <pc:sldMk cId="1214039468" sldId="264"/>
        </pc:sldMkLst>
      </pc:sldChg>
      <pc:sldChg chg="addSp delSp modSp mod">
        <pc:chgData name="Venkat Thota" userId="a291fc8a2c2dbbf2" providerId="LiveId" clId="{FBE94957-CD4A-41A5-BCD6-2D9FB81161C5}" dt="2025-07-27T18:37:25.762" v="2357" actId="2711"/>
        <pc:sldMkLst>
          <pc:docMk/>
          <pc:sldMk cId="3683558798" sldId="265"/>
        </pc:sldMkLst>
      </pc:sldChg>
      <pc:sldChg chg="modSp mod">
        <pc:chgData name="Venkat Thota" userId="a291fc8a2c2dbbf2" providerId="LiveId" clId="{FBE94957-CD4A-41A5-BCD6-2D9FB81161C5}" dt="2025-07-27T19:05:08.172" v="2508" actId="2711"/>
        <pc:sldMkLst>
          <pc:docMk/>
          <pc:sldMk cId="1583262749" sldId="266"/>
        </pc:sldMkLst>
      </pc:sldChg>
      <pc:sldChg chg="addSp delSp modSp mod">
        <pc:chgData name="Venkat Thota" userId="a291fc8a2c2dbbf2" providerId="LiveId" clId="{FBE94957-CD4A-41A5-BCD6-2D9FB81161C5}" dt="2025-07-27T19:31:54.314" v="2672" actId="21"/>
        <pc:sldMkLst>
          <pc:docMk/>
          <pc:sldMk cId="192918113" sldId="267"/>
        </pc:sldMkLst>
      </pc:sldChg>
      <pc:sldChg chg="modSp mod">
        <pc:chgData name="Venkat Thota" userId="a291fc8a2c2dbbf2" providerId="LiveId" clId="{FBE94957-CD4A-41A5-BCD6-2D9FB81161C5}" dt="2025-07-27T19:29:41.916" v="2650" actId="14100"/>
        <pc:sldMkLst>
          <pc:docMk/>
          <pc:sldMk cId="2171902485" sldId="268"/>
        </pc:sldMkLst>
      </pc:sldChg>
      <pc:sldChg chg="delSp modSp del mod">
        <pc:chgData name="Venkat Thota" userId="a291fc8a2c2dbbf2" providerId="LiveId" clId="{FBE94957-CD4A-41A5-BCD6-2D9FB81161C5}" dt="2025-07-27T19:25:10.210" v="2616" actId="2696"/>
        <pc:sldMkLst>
          <pc:docMk/>
          <pc:sldMk cId="669123685" sldId="269"/>
        </pc:sldMkLst>
      </pc:sldChg>
      <pc:sldChg chg="addSp modSp new mod">
        <pc:chgData name="Venkat Thota" userId="a291fc8a2c2dbbf2" providerId="LiveId" clId="{FBE94957-CD4A-41A5-BCD6-2D9FB81161C5}" dt="2025-07-27T18:36:39.448" v="2356" actId="2710"/>
        <pc:sldMkLst>
          <pc:docMk/>
          <pc:sldMk cId="386199157" sldId="270"/>
        </pc:sldMkLst>
      </pc:sldChg>
      <pc:sldChg chg="addSp delSp modSp new mod">
        <pc:chgData name="Venkat Thota" userId="a291fc8a2c2dbbf2" providerId="LiveId" clId="{FBE94957-CD4A-41A5-BCD6-2D9FB81161C5}" dt="2025-07-27T18:43:09.231" v="2422" actId="20577"/>
        <pc:sldMkLst>
          <pc:docMk/>
          <pc:sldMk cId="651470018" sldId="271"/>
        </pc:sldMkLst>
      </pc:sldChg>
      <pc:sldChg chg="addSp modSp new mod">
        <pc:chgData name="Venkat Thota" userId="a291fc8a2c2dbbf2" providerId="LiveId" clId="{FBE94957-CD4A-41A5-BCD6-2D9FB81161C5}" dt="2025-07-27T18:48:06.640" v="2496" actId="20577"/>
        <pc:sldMkLst>
          <pc:docMk/>
          <pc:sldMk cId="421287301" sldId="272"/>
        </pc:sldMkLst>
      </pc:sldChg>
      <pc:sldChg chg="addSp delSp modSp new mod">
        <pc:chgData name="Venkat Thota" userId="a291fc8a2c2dbbf2" providerId="LiveId" clId="{FBE94957-CD4A-41A5-BCD6-2D9FB81161C5}" dt="2025-07-31T03:50:12.673" v="2802" actId="1076"/>
        <pc:sldMkLst>
          <pc:docMk/>
          <pc:sldMk cId="2885915428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9F6BE-B6FD-4ED1-99F0-3858CF291788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E7A12-3DE9-4FFC-83FA-A74E85145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20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77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75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86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24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7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80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73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4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9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2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24681-E4FC-4340-956E-7E50BFB13A3F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9B87853-6C5D-4F58-835C-71887EAFF64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54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FF6363-C307-4914-676A-0EE976A66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0"/>
            <a:ext cx="1189703" cy="14856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355D2D-0BFA-156F-B0BF-87682B3A6728}"/>
              </a:ext>
            </a:extLst>
          </p:cNvPr>
          <p:cNvSpPr txBox="1"/>
          <p:nvPr/>
        </p:nvSpPr>
        <p:spPr>
          <a:xfrm>
            <a:off x="1524000" y="314631"/>
            <a:ext cx="968477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C00000"/>
                </a:solidFill>
                <a:latin typeface="Berlin Sans FB" panose="020E0602020502020306" pitchFamily="34" charset="0"/>
              </a:rPr>
              <a:t>Lingayas</a:t>
            </a:r>
            <a:r>
              <a:rPr lang="en-US" sz="3200" dirty="0">
                <a:solidFill>
                  <a:srgbClr val="C00000"/>
                </a:solidFill>
                <a:latin typeface="Berlin Sans FB" panose="020E0602020502020306" pitchFamily="34" charset="0"/>
              </a:rPr>
              <a:t> Institute of Management and Technology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latin typeface="Berlin Sans FB" panose="020E0602020502020306" pitchFamily="34" charset="0"/>
              </a:rPr>
              <a:t>(Autonomous)</a:t>
            </a:r>
          </a:p>
          <a:p>
            <a:pPr algn="ctr"/>
            <a:r>
              <a:rPr lang="en-US" sz="1400" b="1" dirty="0">
                <a:latin typeface="Batang" panose="02030600000101010101" pitchFamily="18" charset="-127"/>
                <a:ea typeface="Batang" panose="02030600000101010101" pitchFamily="18" charset="-127"/>
                <a:cs typeface="Arial" panose="020B0604020202020204" pitchFamily="34" charset="0"/>
              </a:rPr>
              <a:t>Approved by AICTE, Affiliated to JNTU Kakinada, </a:t>
            </a:r>
            <a:r>
              <a:rPr lang="en-US" sz="1400" b="1" dirty="0">
                <a:solidFill>
                  <a:srgbClr val="C00000"/>
                </a:solidFill>
              </a:rPr>
              <a:t>Accredited with A Grade by NAAC and </a:t>
            </a:r>
          </a:p>
          <a:p>
            <a:pPr algn="ctr"/>
            <a:r>
              <a:rPr lang="en-US" sz="1400" b="1" u="sng" dirty="0">
                <a:solidFill>
                  <a:srgbClr val="002060"/>
                </a:solidFill>
              </a:rPr>
              <a:t>UG-CSE is accredited by NBA</a:t>
            </a:r>
          </a:p>
          <a:p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AC0AE8-ACF4-4910-F82B-74BFB9E6BDB3}"/>
              </a:ext>
            </a:extLst>
          </p:cNvPr>
          <p:cNvSpPr/>
          <p:nvPr/>
        </p:nvSpPr>
        <p:spPr>
          <a:xfrm>
            <a:off x="147484" y="137653"/>
            <a:ext cx="11916697" cy="6617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62BAD-5326-E7BF-3671-01A846B464CE}"/>
              </a:ext>
            </a:extLst>
          </p:cNvPr>
          <p:cNvSpPr txBox="1"/>
          <p:nvPr/>
        </p:nvSpPr>
        <p:spPr>
          <a:xfrm>
            <a:off x="2743200" y="1936956"/>
            <a:ext cx="60271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erlin Sans FB" panose="020E0602020502020306" pitchFamily="34" charset="0"/>
              </a:rPr>
              <a:t>Summer Internship presentation on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2C90B-D3A8-0649-2A03-F5466790F695}"/>
              </a:ext>
            </a:extLst>
          </p:cNvPr>
          <p:cNvSpPr txBox="1"/>
          <p:nvPr/>
        </p:nvSpPr>
        <p:spPr>
          <a:xfrm>
            <a:off x="1927123" y="2851356"/>
            <a:ext cx="78559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000099"/>
                </a:solidFill>
              </a:rPr>
              <a:t>E-Platform To </a:t>
            </a:r>
            <a:r>
              <a:rPr lang="en-US" sz="4400" b="1" dirty="0">
                <a:solidFill>
                  <a:srgbClr val="000099"/>
                </a:solidFill>
              </a:rPr>
              <a:t>Access </a:t>
            </a:r>
            <a:r>
              <a:rPr lang="en-US" sz="4400" b="1">
                <a:solidFill>
                  <a:srgbClr val="000099"/>
                </a:solidFill>
              </a:rPr>
              <a:t>Library Resources </a:t>
            </a:r>
            <a:endParaRPr lang="en-IN" sz="4400" b="1" dirty="0">
              <a:solidFill>
                <a:srgbClr val="000099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9E58B-F607-572B-D434-4CC41D444602}"/>
              </a:ext>
            </a:extLst>
          </p:cNvPr>
          <p:cNvSpPr txBox="1"/>
          <p:nvPr/>
        </p:nvSpPr>
        <p:spPr>
          <a:xfrm>
            <a:off x="314632" y="4965290"/>
            <a:ext cx="3736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Number: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22NA1A6103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Thota Venkata Rao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7EA36C-1527-5694-B490-A68967DEE108}"/>
              </a:ext>
            </a:extLst>
          </p:cNvPr>
          <p:cNvSpPr txBox="1"/>
          <p:nvPr/>
        </p:nvSpPr>
        <p:spPr>
          <a:xfrm>
            <a:off x="7266039" y="4955495"/>
            <a:ext cx="4159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B0F69E-BB6C-280D-400D-EDEF101CFC01}"/>
              </a:ext>
            </a:extLst>
          </p:cNvPr>
          <p:cNvSpPr txBox="1"/>
          <p:nvPr/>
        </p:nvSpPr>
        <p:spPr>
          <a:xfrm>
            <a:off x="2182761" y="6420465"/>
            <a:ext cx="81312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Department of Artificial Intelligence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98517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0CFFD-F8E6-E0E3-AB83-F382ABB68EB3}"/>
              </a:ext>
            </a:extLst>
          </p:cNvPr>
          <p:cNvSpPr txBox="1"/>
          <p:nvPr/>
        </p:nvSpPr>
        <p:spPr>
          <a:xfrm>
            <a:off x="993058" y="1012723"/>
            <a:ext cx="36379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Contents</a:t>
            </a:r>
            <a:endParaRPr lang="en-IN" sz="4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BAF6F-19E4-2E03-D29E-B0236C29DD11}"/>
              </a:ext>
            </a:extLst>
          </p:cNvPr>
          <p:cNvSpPr txBox="1"/>
          <p:nvPr/>
        </p:nvSpPr>
        <p:spPr>
          <a:xfrm>
            <a:off x="1170039" y="1848465"/>
            <a:ext cx="609600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Executive summary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Overview of the organization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Internship part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 log for a week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Outcomes description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6006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32E6-E3DC-C132-09FB-A56A5B35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Executive Summary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2FF1C-0D2C-4503-573A-CFF7B3C2D4C8}"/>
              </a:ext>
            </a:extLst>
          </p:cNvPr>
          <p:cNvSpPr txBox="1"/>
          <p:nvPr/>
        </p:nvSpPr>
        <p:spPr>
          <a:xfrm>
            <a:off x="1097280" y="1737360"/>
            <a:ext cx="1039073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had Performed my short term internship on</a:t>
            </a: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Full stack Java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Sandspace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Private Limited</a:t>
            </a:r>
            <a:r>
              <a:rPr lang="en-IN" sz="2400" kern="100" dirty="0">
                <a:solidFill>
                  <a:srgbClr val="36003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 was a two months internship program.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have completed my internship Activity on “E-Platform to access library resources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 </a:t>
            </a:r>
            <a:r>
              <a:rPr lang="en-IN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have </a:t>
            </a:r>
            <a:r>
              <a:rPr lang="en-IN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Gained minimum knowledge on </a:t>
            </a:r>
            <a:r>
              <a:rPr lang="en-IN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Frontend - HTML, CSS, Java Script, Backend - Java, Spring Boot, Database - MySQL</a:t>
            </a:r>
            <a:r>
              <a:rPr lang="en-IN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Understanding of </a:t>
            </a:r>
            <a:r>
              <a:rPr lang="en-IN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Java(Spring Boot, Maven)</a:t>
            </a:r>
            <a:r>
              <a:rPr lang="en-IN" sz="24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development processes and methodologies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62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D487-D959-8DC0-CDB3-A72226FF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3000" u="sng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E5059-46DB-A34F-69D7-4B7BA0B2FC1A}"/>
              </a:ext>
            </a:extLst>
          </p:cNvPr>
          <p:cNvSpPr txBox="1"/>
          <p:nvPr/>
        </p:nvSpPr>
        <p:spPr>
          <a:xfrm>
            <a:off x="1097280" y="1641987"/>
            <a:ext cx="1005840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practical knowledge of frontend technologies	To  improve  technical skills.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foundational understanding of backend development using Java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real-time development tools and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CF4A5-D452-29DB-A53A-2C9E48CEE833}"/>
              </a:ext>
            </a:extLst>
          </p:cNvPr>
          <p:cNvSpPr txBox="1"/>
          <p:nvPr/>
        </p:nvSpPr>
        <p:spPr>
          <a:xfrm>
            <a:off x="1097280" y="3645127"/>
            <a:ext cx="67940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962AD-2629-3472-A470-02A5A3BF1CFF}"/>
              </a:ext>
            </a:extLst>
          </p:cNvPr>
          <p:cNvSpPr txBox="1"/>
          <p:nvPr/>
        </p:nvSpPr>
        <p:spPr>
          <a:xfrm>
            <a:off x="1097280" y="4019106"/>
            <a:ext cx="101838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HTML, CSS, and JavaScript for responsive UI development, learned basics &amp;flow of Java, Spring Boot, API development.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exposure to industry tools like Maven and development methodologies in a professional environment.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6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A356-C6EC-A943-3A55-8FF7C870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16" y="318977"/>
            <a:ext cx="10614906" cy="1418383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Overview of the organization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C471B-9F53-6EEC-EC5D-8FBF64AC9B8F}"/>
              </a:ext>
            </a:extLst>
          </p:cNvPr>
          <p:cNvSpPr txBox="1"/>
          <p:nvPr/>
        </p:nvSpPr>
        <p:spPr>
          <a:xfrm>
            <a:off x="1071715" y="1737360"/>
            <a:ext cx="1061490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Company: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16 years ago, based in Vijayawada</a:t>
            </a: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Domain: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software solutions with national impact</a:t>
            </a: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Turnover: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₹2.1 crore with consistent profitability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</a:t>
            </a:r>
            <a:r>
              <a:rPr lang="en-IN" sz="2400" dirty="0"/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impactful real-time software projects that support national development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comprehensive internship program to nurture future software professionals</a:t>
            </a:r>
            <a:endParaRPr lang="en-IN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79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76CA-6C56-3D79-4A22-2B80C36A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1010093"/>
            <a:ext cx="10119360" cy="818707"/>
          </a:xfrm>
        </p:spPr>
        <p:txBody>
          <a:bodyPr>
            <a:normAutofit/>
          </a:bodyPr>
          <a:lstStyle/>
          <a:p>
            <a:r>
              <a:rPr lang="en-US" sz="3000" b="1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VISION:</a:t>
            </a:r>
            <a:endParaRPr lang="en-IN" sz="3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883E6-20D6-37C4-0286-6679EC736388}"/>
              </a:ext>
            </a:extLst>
          </p:cNvPr>
          <p:cNvSpPr txBox="1"/>
          <p:nvPr/>
        </p:nvSpPr>
        <p:spPr>
          <a:xfrm>
            <a:off x="1036320" y="1645088"/>
            <a:ext cx="10388764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	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become a global leader in real-time software solutions, empowering national progress and transforming productivity through innovation.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26659-AD37-CDE3-2629-12DB977800D2}"/>
              </a:ext>
            </a:extLst>
          </p:cNvPr>
          <p:cNvSpPr txBox="1"/>
          <p:nvPr/>
        </p:nvSpPr>
        <p:spPr>
          <a:xfrm>
            <a:off x="990600" y="2679405"/>
            <a:ext cx="1011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MISSION: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36749-D366-62D9-AEC5-BBACE44FA9B3}"/>
              </a:ext>
            </a:extLst>
          </p:cNvPr>
          <p:cNvSpPr txBox="1"/>
          <p:nvPr/>
        </p:nvSpPr>
        <p:spPr>
          <a:xfrm>
            <a:off x="1036320" y="3125972"/>
            <a:ext cx="10337637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	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design, develop, and deliver advanced software systems that address critical national needs, uphold technical excellence, and elevate client success while contributing to societal growth.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D8BB8-BC83-4922-C283-90CDBE3000A9}"/>
              </a:ext>
            </a:extLst>
          </p:cNvPr>
          <p:cNvSpPr txBox="1"/>
          <p:nvPr/>
        </p:nvSpPr>
        <p:spPr>
          <a:xfrm>
            <a:off x="990599" y="4688958"/>
            <a:ext cx="10620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Values:</a:t>
            </a: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Encouraging teamwork and shared goals </a:t>
            </a: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Lifelong Learning: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Promoting ongoing skill development and adaptability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00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A459-8376-7E87-C2FC-7DA2E652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part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84AD8-8598-7DFC-0E54-DEF2ECE3A741}"/>
              </a:ext>
            </a:extLst>
          </p:cNvPr>
          <p:cNvSpPr txBox="1"/>
          <p:nvPr/>
        </p:nvSpPr>
        <p:spPr>
          <a:xfrm>
            <a:off x="1036320" y="1031359"/>
            <a:ext cx="10119360" cy="573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Java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development track that combines frontend, backend, and database technologies to build complete web applications.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creating user interfaces, handling server-side logic, and managing data storage efficiently.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internship, we focused on learning and implementing the core components of full stack Java development.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helped us understand how frontend, backend, and database layers interact in a real-time software application, and how to build structured, scalable web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6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8038-B425-BBB7-8D4B-6D87D8B6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part Continuation....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7F07B-EEBA-1EFF-4166-065CA9C81541}"/>
              </a:ext>
            </a:extLst>
          </p:cNvPr>
          <p:cNvSpPr txBox="1"/>
          <p:nvPr/>
        </p:nvSpPr>
        <p:spPr>
          <a:xfrm>
            <a:off x="1097280" y="1737360"/>
            <a:ext cx="1046031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technologies and skills we worked on are listed below: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page structure and content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- for styling and layout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dynamic interactions and client-side logic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Technologies: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main programming language.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- for building RESTful APIs.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project build and dependency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storing and managing application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database integration with Java.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155152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A47B-C23A-1638-9422-39F1FAA4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1465"/>
            <a:ext cx="10119360" cy="698090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Log Book for week-1</a:t>
            </a:r>
            <a:endParaRPr lang="en-IN" sz="4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F2ABA1-1842-49D0-B4BF-75FDD302E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204282"/>
              </p:ext>
            </p:extLst>
          </p:nvPr>
        </p:nvGraphicFramePr>
        <p:xfrm>
          <a:off x="1036320" y="699554"/>
          <a:ext cx="10058401" cy="5642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768">
                  <a:extLst>
                    <a:ext uri="{9D8B030D-6E8A-4147-A177-3AD203B41FA5}">
                      <a16:colId xmlns:a16="http://schemas.microsoft.com/office/drawing/2014/main" val="2139801003"/>
                    </a:ext>
                  </a:extLst>
                </a:gridCol>
                <a:gridCol w="5391456">
                  <a:extLst>
                    <a:ext uri="{9D8B030D-6E8A-4147-A177-3AD203B41FA5}">
                      <a16:colId xmlns:a16="http://schemas.microsoft.com/office/drawing/2014/main" val="1784224708"/>
                    </a:ext>
                  </a:extLst>
                </a:gridCol>
                <a:gridCol w="3471177">
                  <a:extLst>
                    <a:ext uri="{9D8B030D-6E8A-4147-A177-3AD203B41FA5}">
                      <a16:colId xmlns:a16="http://schemas.microsoft.com/office/drawing/2014/main" val="2354442448"/>
                    </a:ext>
                  </a:extLst>
                </a:gridCol>
              </a:tblGrid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Brief description of the daily activity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Outcome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140377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introduce to about Java &amp; Components of full stack.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Gaining the information about the Java Programming &amp; full stack.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03668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Day-2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learn in depth like variables, Data types.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Know in depth of java.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605422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learn how to install / download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intellij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idea &amp; java.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Downloaded the tools required.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55928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learn about the oops concept Abstraction &amp; Encapsulation.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Gaining the data of oops concept of Abstraction &amp; Encapsulation.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547862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learn about the continuation oops concept Inheritance &amp; polymorphism.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Knowing about the remaining oops concept.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892791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Aim to learn about the Spring boot framework.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Knowing about the Spring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boot framework.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432958"/>
                  </a:ext>
                </a:extLst>
              </a:tr>
              <a:tr h="7052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Assigned with assignment of 10 java oops programs.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practical knowledge of oops concept.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65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03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4980-59F3-2B8F-9548-016125C1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 description </a:t>
            </a:r>
            <a:endParaRPr lang="en-IN" sz="4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F34AA-2F0E-682D-4CED-6D78DD11F321}"/>
              </a:ext>
            </a:extLst>
          </p:cNvPr>
          <p:cNvSpPr txBox="1"/>
          <p:nvPr/>
        </p:nvSpPr>
        <p:spPr>
          <a:xfrm>
            <a:off x="1097280" y="1594884"/>
            <a:ext cx="10058400" cy="501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Learned the java full stack </a:t>
            </a:r>
            <a:r>
              <a:rPr lang="en-US" sz="2400"/>
              <a:t>and developed E-platform </a:t>
            </a:r>
            <a:r>
              <a:rPr lang="en-US" sz="2400" dirty="0"/>
              <a:t>to access library resources for </a:t>
            </a:r>
            <a:r>
              <a:rPr lang="en-US" sz="2400" dirty="0" err="1"/>
              <a:t>Lingayas</a:t>
            </a:r>
            <a:r>
              <a:rPr lang="en-US" sz="2400" dirty="0"/>
              <a:t> Library implemented.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Secure OTP-based login via institutional email &amp; reCAPTCHA implemented.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Role-based dashboards (Admin, Faculty, Student).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Books was categorized by the different sections like </a:t>
            </a:r>
            <a:r>
              <a:rPr lang="en-US" sz="2400" dirty="0" err="1"/>
              <a:t>B.Tech</a:t>
            </a:r>
            <a:r>
              <a:rPr lang="en-US" sz="2400" dirty="0"/>
              <a:t>, </a:t>
            </a:r>
            <a:r>
              <a:rPr lang="en-US" sz="2400" dirty="0" err="1"/>
              <a:t>M.Tech</a:t>
            </a:r>
            <a:r>
              <a:rPr lang="en-US" sz="2400" dirty="0"/>
              <a:t>, MBA.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Access to Career development, Research hub, GitHub projects, digital archives, NPTEL/SWAYAM resources.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User-friendly UI reducing manual work.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Practical learning in full-stack development and authentication.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55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6934-A08E-1811-C475-E00DA5CF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spc="-30" dirty="0">
                <a:solidFill>
                  <a:schemeClr val="tx1"/>
                </a:solidFill>
                <a:latin typeface="Times New Roman"/>
                <a:cs typeface="Times New Roman"/>
              </a:rPr>
              <a:t>Managerial</a:t>
            </a:r>
            <a:r>
              <a:rPr lang="en-US" sz="4200" b="1" spc="-1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200" b="1" dirty="0">
                <a:solidFill>
                  <a:schemeClr val="tx1"/>
                </a:solidFill>
                <a:latin typeface="Times New Roman"/>
                <a:cs typeface="Times New Roman"/>
              </a:rPr>
              <a:t>skills</a:t>
            </a:r>
            <a:r>
              <a:rPr lang="en-US" sz="4200" b="1" spc="-9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200" b="1" spc="20" dirty="0">
                <a:solidFill>
                  <a:schemeClr val="tx1"/>
                </a:solidFill>
                <a:latin typeface="Times New Roman"/>
                <a:cs typeface="Times New Roman"/>
              </a:rPr>
              <a:t>I</a:t>
            </a:r>
            <a:r>
              <a:rPr lang="en-US" sz="4200" b="1" spc="-1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200" b="1" spc="-35" dirty="0">
                <a:solidFill>
                  <a:schemeClr val="tx1"/>
                </a:solidFill>
                <a:latin typeface="Times New Roman"/>
                <a:cs typeface="Times New Roman"/>
              </a:rPr>
              <a:t>have</a:t>
            </a:r>
            <a:r>
              <a:rPr lang="en-US" sz="4200" b="1" spc="-1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2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acquired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BAA0D-974D-8BFB-0D27-F4504B717620}"/>
              </a:ext>
            </a:extLst>
          </p:cNvPr>
          <p:cNvSpPr txBox="1"/>
          <p:nvPr/>
        </p:nvSpPr>
        <p:spPr>
          <a:xfrm>
            <a:off x="1097280" y="1737360"/>
            <a:ext cx="100584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importance of professionalism, punctuality, and accountability in a corporate setup.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problem-solving ability by identifying issues and proposing logical solutions.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time management by meeting project deadlines and prioritizing tasks effectively.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skills through regular updates and collaboration with team members.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9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9A96D4-92D8-DE0E-B2F8-DA739F190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95011"/>
            <a:ext cx="10058400" cy="641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Teamwork &amp; Leadership Skills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C3333-BECF-65DD-05BE-D1320720B7C2}"/>
              </a:ext>
            </a:extLst>
          </p:cNvPr>
          <p:cNvSpPr txBox="1"/>
          <p:nvPr/>
        </p:nvSpPr>
        <p:spPr>
          <a:xfrm>
            <a:off x="1096963" y="1736725"/>
            <a:ext cx="10162916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confidence and clarity while participating in team discussions and meetings.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Actively contributed ideas and feedback during collaborative tasks and code reviews.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take ownership of assigned tasks and support team goals.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team leaders to understand effective coordination and decision-making.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awareness of how to manage group dynamics.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470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9078-A6D6-6361-DBC1-6BF4E81C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Skills 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50736-AD20-8EDD-8A73-22E91D5709EE}"/>
              </a:ext>
            </a:extLst>
          </p:cNvPr>
          <p:cNvSpPr txBox="1"/>
          <p:nvPr/>
        </p:nvSpPr>
        <p:spPr>
          <a:xfrm>
            <a:off x="1097281" y="1737360"/>
            <a:ext cx="100584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clear and concise communication during team discussions and task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technical explanation skills while discussing code and project flow.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listen actively and respond appropriately in group settings.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expressing ideas through Written and verbal communication.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importance of tone, clarity, and professionalism in work interactions.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8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58A5-4F05-168E-C599-218F4E1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4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5FE55-AC27-D826-7CC8-A73CFCAB7E6E}"/>
              </a:ext>
            </a:extLst>
          </p:cNvPr>
          <p:cNvSpPr txBox="1"/>
          <p:nvPr/>
        </p:nvSpPr>
        <p:spPr>
          <a:xfrm>
            <a:off x="1097280" y="1737360"/>
            <a:ext cx="993648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gained hands-on experience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Java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track. The internship provided valuable exposure to real-time development processes, industry tools, and collaborative work environments.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helped me strengthen both my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foundation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me more confident and industry-ready for future roles in software development.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Understanding: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Learned how different layers (UI, logic, data) interact in full stack apps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62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C8FD-0BD7-00B4-314C-88993EDB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17164"/>
          </a:xfrm>
        </p:spPr>
        <p:txBody>
          <a:bodyPr>
            <a:normAutofit fontScale="90000"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EB31E-4BF5-2D7F-0BB3-BBAB7ECE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537"/>
            <a:ext cx="6065520" cy="4035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C13DA-1D8D-4100-916C-B5A90741A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992732"/>
            <a:ext cx="6096000" cy="419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15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296E-026A-02DA-F61E-B2C10026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39" y="159489"/>
            <a:ext cx="10455241" cy="584790"/>
          </a:xfrm>
        </p:spPr>
        <p:txBody>
          <a:bodyPr>
            <a:normAutofit fontScale="90000"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16029-23F2-9003-C34D-95631E1F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9" y="871870"/>
            <a:ext cx="10791121" cy="51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3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68A024-A497-1CA2-80F3-D650D72741D7}"/>
              </a:ext>
            </a:extLst>
          </p:cNvPr>
          <p:cNvSpPr txBox="1"/>
          <p:nvPr/>
        </p:nvSpPr>
        <p:spPr>
          <a:xfrm>
            <a:off x="1095151" y="376075"/>
            <a:ext cx="6943063" cy="1395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AD5B6-87E4-176D-511E-5854A903554F}"/>
              </a:ext>
            </a:extLst>
          </p:cNvPr>
          <p:cNvSpPr txBox="1"/>
          <p:nvPr/>
        </p:nvSpPr>
        <p:spPr>
          <a:xfrm>
            <a:off x="1095152" y="1616150"/>
            <a:ext cx="10001697" cy="55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extend my heartfelt gratitude to all my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and faculty members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invaluable guidance, continuous support, and encouragement.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insights and motivation greatly enhanced my skills and overall performance throughout the program.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extend my heartfelt thanks to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Sandspace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Pvt. Ltd.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also like to extend a very special thanks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by OpenAI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consistent technical guidance, instant support, and clarity throughout my internship journey.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8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0F48-E51F-D134-7B46-FE1627C6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68" y="1860222"/>
            <a:ext cx="10064299" cy="2126987"/>
          </a:xfrm>
        </p:spPr>
        <p:txBody>
          <a:bodyPr>
            <a:noAutofit/>
          </a:bodyPr>
          <a:lstStyle/>
          <a:p>
            <a:pPr algn="ctr"/>
            <a:b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19024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831</TotalTime>
  <Words>1137</Words>
  <Application>Microsoft Office PowerPoint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Batang</vt:lpstr>
      <vt:lpstr>Aptos</vt:lpstr>
      <vt:lpstr>Arial</vt:lpstr>
      <vt:lpstr>Berlin Sans FB</vt:lpstr>
      <vt:lpstr>Bookman Old Style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Executive Summary</vt:lpstr>
      <vt:lpstr>Objectives:</vt:lpstr>
      <vt:lpstr>Overview of the organization</vt:lpstr>
      <vt:lpstr>VISION:</vt:lpstr>
      <vt:lpstr>Internship part</vt:lpstr>
      <vt:lpstr>Internship part Continuation....</vt:lpstr>
      <vt:lpstr>Activity Log Book for week-1</vt:lpstr>
      <vt:lpstr>Outcomes description </vt:lpstr>
      <vt:lpstr>Managerial skills I have acquired</vt:lpstr>
      <vt:lpstr>Teamwork &amp; Leadership Skills </vt:lpstr>
      <vt:lpstr>Communication Skills Improvement</vt:lpstr>
      <vt:lpstr>SUMMARY</vt:lpstr>
      <vt:lpstr>Final output</vt:lpstr>
      <vt:lpstr>Main page:</vt:lpstr>
      <vt:lpstr>PowerPoint Presentation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varalakshmi thota</dc:creator>
  <cp:lastModifiedBy>Venkat Thota</cp:lastModifiedBy>
  <cp:revision>2</cp:revision>
  <dcterms:created xsi:type="dcterms:W3CDTF">2024-11-08T14:28:48Z</dcterms:created>
  <dcterms:modified xsi:type="dcterms:W3CDTF">2025-09-25T09:29:36Z</dcterms:modified>
</cp:coreProperties>
</file>